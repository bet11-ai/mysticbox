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76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3B6FD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86868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/img/icons/g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96194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932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· MYSTICBOX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TÉCNICO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 en línea Mystic Box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comercio electrónico para la venta de cajas temáticas personalizadas — arquitectura, base de datos, API REST, aplicación móvil y seguridad.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" y="5074920"/>
            <a:ext cx="201168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Latina de Costa Rica  ·  Curso: Programación V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del proyecto de desarrollo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Mystic Box?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línea especializada en la venta de cajas sorpresa temáticas, agrupadas por categorías: Anime, Belleza, Gaming, Oficina, Autocuidado e Infantil. Cada caja puede personalizarse en tamaño, preferencias y mensaje.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/img/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31290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0358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33558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el catálogo, personaliza, compra, da seguimiento y califica.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ptx/img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408919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9959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43159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catálogo, cupones, pedidos, entregas y reportes.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pptx/img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7" y="504931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9560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25880" y="52760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como sitio web y como aplicación Android (APK).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03720" y="1508760"/>
            <a:ext cx="4754880" cy="2464108"/>
          </a:xfrm>
          <a:prstGeom prst="roundRect">
            <a:avLst>
              <a:gd name="adj" fmla="val 296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pptx/img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691640"/>
            <a:ext cx="4389120" cy="209834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903720" y="4292908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03720" y="44026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6903720" y="50701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531352" y="4292908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8531352" y="44026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8531352" y="50701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0158984" y="4292908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0158984" y="44026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10158984" y="50701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activas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Cliente–Servidor en Capas</a:t>
            </a:r>
            <a:endParaRPr lang="en-US" sz="3000" dirty="0"/>
          </a:p>
        </p:txBody>
      </p:sp>
      <p:pic>
        <p:nvPicPr>
          <p:cNvPr id="4" name="Image 0" descr="/home/claude/pptx/img/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532120" cy="4164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60934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720840" y="14813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20840" y="177393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+ Angular — se ejecuta como sitio web y como app Android (APK vía Capacitor).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46520" y="2505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2084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(.NET 8)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20840" y="267004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MysticBox.Api expone los controladores, CORS y documentación Swagger.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46520" y="340156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0840" y="3273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20840" y="35661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MysticBox.LogicaNegocio aplica las reglas del sistema.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46520" y="429768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41696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20840" y="446227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genérico + Unidad de Trabajo sobre Entity Framework Core.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46520" y="519379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20840" y="5065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20840" y="535838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BD_MysticBox, 15 tablas relacionadas.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Dependencias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075688"/>
            <a:ext cx="640080" cy="64008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ptx/img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2152498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ASP.NET Core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54480" y="23774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del backend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9808" y="3264408"/>
            <a:ext cx="640080" cy="64008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pptx/img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3341218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227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8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554480" y="35661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sobre SQL Server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25196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49808" y="4453128"/>
            <a:ext cx="640080" cy="64008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pptx/img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4529938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416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Swashbuckle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54480" y="47548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la API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54406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9808" y="5641848"/>
            <a:ext cx="640080" cy="64008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pptx/img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8" y="5718658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5605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554480" y="5943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 (PasswordHasher)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18745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510528" y="20756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pptx/img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338" y="2152498"/>
            <a:ext cx="486461" cy="4864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315200" y="23774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SPA (standalone + lazy load)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309360" y="30632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510528" y="326440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/home/claude/pptx/img/icons/netwo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338" y="3341218"/>
            <a:ext cx="486461" cy="4864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15200" y="3227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Framework 8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315200" y="35661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híbrida web / móvil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309360" y="425196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6510528" y="445312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pptx/img/icons/andro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38" y="4529938"/>
            <a:ext cx="486461" cy="486461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15200" y="4416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+ Android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7315200" y="47548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nativo como APK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309360" y="54406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6510528" y="564184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7" descr="/home/claude/pptx/img/icons/co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7338" y="5718658"/>
            <a:ext cx="486461" cy="486461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315200" y="5605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/ TypeScript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315200" y="5943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 y tipado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Base de Datos</a:t>
            </a:r>
            <a:endParaRPr lang="en-US" sz="3000" dirty="0"/>
          </a:p>
        </p:txBody>
      </p:sp>
      <p:pic>
        <p:nvPicPr>
          <p:cNvPr id="4" name="Image 0" descr="/home/claude/pptx/img/er_dia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17320"/>
            <a:ext cx="6766560" cy="46191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64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331720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relacionadas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llaves foráneas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55264"/>
            <a:ext cx="109728" cy="109728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 controlan autenticación y permisos.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38587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MysticBox y Categorías forman el catálogo de cajas.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460857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→ Pedido → Factura / Entrega / Calificación modelan el ciclo de compra completo.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504688"/>
            <a:ext cx="109728" cy="109728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535838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y WhiteList dan soporte a promociones y control de acceso.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— Swagger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0" y="1417320"/>
            <a:ext cx="58521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/img/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554480"/>
            <a:ext cx="55778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103120" y="18105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REST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prefijo /api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3580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8986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CRUD estándar: GET, GET/id, POST, PUT, DELETE.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81304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6758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AuthController: login, registro, recuperación de contraseña y creación del admin inicial.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59028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4531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hash (PasswordHasher) — nunca en texto plano.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36752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52303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automática con Swagger en /swagger.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Ionic + Angular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/img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45920"/>
            <a:ext cx="2313432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1463040"/>
            <a:ext cx="1965960" cy="1234440"/>
          </a:xfrm>
          <a:prstGeom prst="roundRect">
            <a:avLst>
              <a:gd name="adj" fmla="val 5185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0" y="153619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0" y="20299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153619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635240" y="20299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63840" y="1463040"/>
            <a:ext cx="1965960" cy="1234440"/>
          </a:xfrm>
          <a:prstGeom prst="roundRect">
            <a:avLst>
              <a:gd name="adj" fmla="val 5185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1604119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863840" y="214016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HTTP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49240" y="29260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enrutamiento usa componentes standalone con carga perezosa (loadComponent). AuthService guarda la sesión en localStorage y decide la navegación según el rol del usuario.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49240" y="402336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del backend cuenta con un servicio Angular dedicado (auth, carrito, pedido, cupon, entrega, calificacion, dashboard, etc.) que centraliza las llamadas HTTP mediante HttpClient.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Compra del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76272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59352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42432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9788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9788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+ Factura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25512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08592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64040" y="1463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640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33172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</a:t>
            </a:r>
            <a:endParaRPr lang="en-US" sz="1300" dirty="0"/>
          </a:p>
        </p:txBody>
      </p:sp>
      <p:pic>
        <p:nvPicPr>
          <p:cNvPr id="23" name="Image 0" descr="/home/claude/pptx/img/car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4937760" cy="30049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63640" y="233172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9224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compra</a:t>
            </a:r>
            <a:endParaRPr lang="en-US" sz="1300" dirty="0"/>
          </a:p>
        </p:txBody>
      </p:sp>
      <p:pic>
        <p:nvPicPr>
          <p:cNvPr id="26" name="Image 1" descr="/home/claude/pptx/img/fac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834640"/>
            <a:ext cx="4937760" cy="381890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Administrativo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78328" y="1371600"/>
            <a:ext cx="6035040" cy="3016943"/>
          </a:xfrm>
          <a:prstGeom prst="roundRect">
            <a:avLst>
              <a:gd name="adj" fmla="val 181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/img/admin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88" y="1508760"/>
            <a:ext cx="5760720" cy="27426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17143"/>
            <a:ext cx="457200" cy="45720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pptx/img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672007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64457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indicadores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383280" y="4617143"/>
            <a:ext cx="457200" cy="45720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pptx/img/icons/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4672007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31920" y="464457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cupones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217920" y="4617143"/>
            <a:ext cx="457200" cy="45720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/home/claude/pptx/img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4672007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66560" y="464457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9052560" y="4617143"/>
            <a:ext cx="457200" cy="457200"/>
          </a:xfrm>
          <a:prstGeom prst="ellipse">
            <a:avLst/>
          </a:prstGeom>
          <a:solidFill>
            <a:srgbClr val="3B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/home/claude/pptx/img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4672007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0" y="464457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blanca (WhiteList)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48640" y="5275511"/>
            <a:ext cx="5074920" cy="731520"/>
          </a:xfrm>
          <a:prstGeom prst="roundRect">
            <a:avLst>
              <a:gd name="adj" fmla="val 8750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777240" y="5321231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del catálogo: 17 cajas registradas, con control de precio, stock, imagen y estado (activa/inactiva).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806440" y="5275511"/>
            <a:ext cx="5806440" cy="731520"/>
          </a:xfrm>
          <a:prstGeom prst="roundRect">
            <a:avLst>
              <a:gd name="adj" fmla="val 8750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035040" y="5321231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estadísticas de ventas, satisfacción del cliente y desempeño operativo en tiempo real.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MÓVIL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del APK con Capacitor</a:t>
            </a:r>
            <a:endParaRPr lang="en-US" sz="3000" dirty="0"/>
          </a:p>
        </p:txBody>
      </p:sp>
      <p:pic>
        <p:nvPicPr>
          <p:cNvPr id="4" name="Image 0" descr="/home/claude/pptx/img/flujo_a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5" y="1417320"/>
            <a:ext cx="1542011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0" y="1417320"/>
            <a:ext cx="5166360" cy="4709160"/>
          </a:xfrm>
          <a:prstGeom prst="roundRect">
            <a:avLst>
              <a:gd name="adj" fmla="val 1359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971800" y="164592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9718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93008" y="159105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IP LAN del backend en environment.ts / environment.prod.ts.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71800" y="250545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97180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93008" y="24505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backend en 0.0.0.0:5071 para exponerlo en la red local.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71800" y="336499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7180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93008" y="331012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producción: ionic build --prod.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971800" y="422452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71800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93008" y="416966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con el proyecto nativo: npx cap sync android.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971800" y="5084064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7180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93008" y="5029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el APK con Android Studio o ./gradlew assembleDebug.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29600" y="1417320"/>
            <a:ext cx="3429000" cy="4937760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pptx/img/mobile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00200"/>
            <a:ext cx="1874520" cy="40614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366760" y="5989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corriendo en dispositivo Android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373"/>
            </a:avLst>
          </a:prstGeom>
          <a:solidFill>
            <a:srgbClr val="14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F3B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/img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17519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D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hash (PasswordHasher), nunca en texto plano.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273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D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27355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credenciales vacías o inválidas en el login.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16966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D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416966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restringido a los puertos de desarrollo de Ionic en el flujo web.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08660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BOX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3B6FD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comercio electrónico completo: catálogo, personalización, carrito, pedido, pago, entrega y calificación.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(.NET) + repositorio genérico y Unidad de Trabajo, favoreciendo mantenibilidad y extensión.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81304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Ionic/Angular reutilizado como sitio web y como aplicación Android (APK) desde una misma base de código.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1947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77316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mejora identificadas: autenticación con JWT y manejo más seguro de configuración sensible.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5989320"/>
            <a:ext cx="201168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Mystic Box · Manual Técnico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825</Words>
  <Application>Microsoft Office PowerPoint</Application>
  <PresentationFormat>Panorámica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Betsi Quiros</cp:lastModifiedBy>
  <cp:revision>2</cp:revision>
  <dcterms:created xsi:type="dcterms:W3CDTF">2026-08-13T00:26:16Z</dcterms:created>
  <dcterms:modified xsi:type="dcterms:W3CDTF">2026-08-13T02:40:31Z</dcterms:modified>
</cp:coreProperties>
</file>